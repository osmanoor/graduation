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age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ll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r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ottlen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litera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arab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r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objecti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syst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bas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query2d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densevsbm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repet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fivenou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csq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_plac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_jour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_metr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_conclus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_future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_than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
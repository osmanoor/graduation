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_ti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_agen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ll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_ra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bottlen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litera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_arab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r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_objectiv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_syste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_base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query2do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_densevsbm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_repeti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_fivenou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_csq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_place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_journe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_metr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_conclus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_futurew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_than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